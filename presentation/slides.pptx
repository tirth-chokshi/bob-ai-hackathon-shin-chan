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SHIN-CHAN: Social Media Threat Intelligence Engine</a:t>
            </a:r>
          </a:p>
          <a:p>
            <a:pPr>
              <a:defRPr sz="1400">
                <a:solidFill>
                  <a:srgbClr val="6366F1"/>
                </a:solidFill>
              </a:defRPr>
            </a:pPr>
            <a:r>
              <a:t>AI-Powered Cyber Forensics &amp; Coordinated Inauthentic Behavior (CIB) Detection for Police Cyber Cells</a:t>
            </a:r>
            <a:br/>
            <a:r>
              <a:t>IBM Bob AI Innovation Hackathon · Track 2 (Cyber Forensics) · Problem Statement #06</a:t>
            </a:r>
            <a:br/>
            <a:r>
              <a:t>Team Shin-chan: Tirth Chokshi (Lead), Milind Pawar, Jainik Devada, Jigar Jariwala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Problem: Modern Information Warfare in India</a:t>
            </a:r>
          </a:p>
          <a:p>
            <a:pPr>
              <a:defRPr sz="1400">
                <a:solidFill>
                  <a:srgbClr val="6366F1"/>
                </a:solidFill>
              </a:defRPr>
            </a:pPr>
            <a:r>
              <a:t>Why Traditional Keyword Filtering and Post-by-Post Scanning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Coordinated Amplification: Botnets &amp; sock-puppets amplify rumours (e.g. 2020 Delhi riots, 2022 flare-ups) faster than manual human review.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The Isolation Paradox: Individual posts appear harmless in isolation (asking questions, sharing links) while coordinating offline mobilization.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Evidence &amp; Legal Latency: Cyber cells lack automated pipelines to map digital activity to BNS 2023 / IT Act sections before street violence erupts.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Evidence Standards: Need for tamper-evident digital evidence chains compliant with Section 63 Bharatiya Sakshya Adhiniyam (BSA)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Key Insight: Behaviour First, Content Second</a:t>
            </a:r>
          </a:p>
          <a:p>
            <a:pPr>
              <a:defRPr sz="1400">
                <a:solidFill>
                  <a:srgbClr val="6366F1"/>
                </a:solidFill>
              </a:defRPr>
            </a:pPr>
            <a:r>
              <a:t>Structural Multi-Signal Coordination Detection Prior to Natural Language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Phase 1 (Behavior First): Ingest posts and construct multi-signal networks across 5 behavioral layers within 60s windows.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Co-Tweet: Time-synchronized identical posting (same second, multiple accounts).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Co-Similar-Tweet: Paraphrased or lexico-syntactically mutated text (Jaccard similarity &gt;= 0.8).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Co-Link &amp; Co-Reply: Shared malicious URLs and targeted reply pile-ons against journalists.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Phase 2 (Content Second): IBM Bob investigates flagged clusters to assess threat narrative, mobilization risk, and penal provisions.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Architecture: End-to-End Pipeline</a:t>
            </a:r>
          </a:p>
          <a:p>
            <a:pPr>
              <a:defRPr sz="1400">
                <a:solidFill>
                  <a:srgbClr val="6366F1"/>
                </a:solidFill>
              </a:defRPr>
            </a:pPr>
            <a:r>
              <a:t>Seamless Integration of Academic Forensics, High-Performance Clustering, and IBM Bob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Ingestion &amp; Normalizer: Adapts X/Twitter IO Archives, IRA Trolls, and live streams into normalized Post models.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Coordination Engine: QUT Digital Observatory toolkit + NetworkX Louvain community detection algorithm.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Explainable CIB Scoring (0-100): 6 forensic features (velocity, overlap, multi-signal, freshness, burst, concentration).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IBM Bob Headless Inference: Subprocess CLI execution (`bob run`) with Pydantic schema validation &amp; disk caching.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FastMCP Server &amp; React 19 Frontend: Conversational investigation in Bob Chat and rich Cytoscape graph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IBM Bob AI Deep Integration</a:t>
            </a:r>
          </a:p>
          <a:p>
            <a:pPr>
              <a:defRPr sz="1400">
                <a:solidFill>
                  <a:srgbClr val="6366F1"/>
                </a:solidFill>
              </a:defRPr>
            </a:pPr>
            <a:r>
              <a:t>Making IBM Technology Load-Bearing Across the Entire Solution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Automated Threat Classifier: Bob evaluates flagged campaigns for incitement, misinformation, harassment, or benign coordination.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Statutory Legal Mapping: Maps evidence to BNS 2023 (353, 61, 196, 351, 356, 79) and IT Act (66D, 69A) with old IPC equivalents.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MCP Investigation Console: FastMCP server registered in .bob/mcp.json exposes real-time forensic tools to Bob Chat.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Executive Brief Synthesizer: Bob drafts concise operational summaries for Station House Officers under the threat-brief skill.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Cost &amp; Efficiency: ~0.026 BOB coins per campaign (~$0.02); instant zero-cost retrieval from local cache.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Evaluation &amp; Benchmark Results</a:t>
            </a:r>
          </a:p>
          <a:p>
            <a:pPr>
              <a:defRPr sz="1400">
                <a:solidFill>
                  <a:srgbClr val="6366F1"/>
                </a:solidFill>
              </a:defRPr>
            </a:pPr>
            <a:r>
              <a:t>Empirically Validated Against Synthetic Scenarios and Real-World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100.0% Detection Recall: Discovered and isolated all planted coordinated rings (Ring A, B, C) with zero missed malicious accounts.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Zero False Positives: Decoy D (benign celebratory cricket chatter) scored 0/100, proving volume spikes do not trigger false alerts.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BNS Legal Adherence: 100% adherence to authorized BNS/IT Act offenses; zero hallucinations; banned sections (ITA-66A) strictly blocked.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Rapid Forensics: Graph construction, multi-signal edge resolution, and Louvain clustering complete in under 5s on 5,000 posts.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Real-Data Sanity: Successfully processed and clustered slices of Russian IRA trolls and X Information Operations archives.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Operational Value for Police Cyber Cells</a:t>
            </a:r>
          </a:p>
          <a:p>
            <a:pPr>
              <a:defRPr sz="1400">
                <a:solidFill>
                  <a:srgbClr val="6366F1"/>
                </a:solidFill>
              </a:defRPr>
            </a:pPr>
            <a:r>
              <a:t>From Raw Social Streams to Court-Ready Evidence in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Rapid Escalation: Immediate operational directives (URGENT / ALERT / MONITOR) tailored for District Control Rooms.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BSA Section 63 Compliant Briefs: One-click print-ready HTML/PDF threat briefs with SHA-256 evidence integrity chains.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Interactive Visual Forensics: Cytoscape network graph enables officers to explore node degrees, bridges, and ring topologies.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Responsible AI Guardrails: Behavioral focus avoids political bias; strict non-profiling rule bans demographic/religious labeling.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Single Command Deployment: python src/main.py starts the unified backend and served React frontend on port 8000.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Team Shin-chan &amp; Hackathon Summary</a:t>
            </a:r>
          </a:p>
          <a:p>
            <a:pPr>
              <a:defRPr sz="1400">
                <a:solidFill>
                  <a:srgbClr val="6366F1"/>
                </a:solidFill>
              </a:defRPr>
            </a:pPr>
            <a:r>
              <a:t>IBM Bob AI Innovation Hackathon (INNOVAI) · Track 2: Cyber Forensics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Tirth Chokshi (Lead): System Architecture, Coordination Engine, Pipeline &amp; Validation.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Milind Pawar: React 19 UI, Cytoscape Network Graph, Recharts Timeline.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Jainik Devada: IBM Bob Integration, FastMCP Server, BNS 2023 Legal Mapping.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Jigar Jariwala: Scenario Synthesizer, Real-World Data Adapters, Evaluation Benchmark.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Repository: https://github.com/Tirth-chokshi/bob-ai-hackathon-shin-chan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